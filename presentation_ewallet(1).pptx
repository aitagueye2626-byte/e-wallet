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645920"/>
          </a:xfrm>
          <a:prstGeom prst="rect">
            <a:avLst/>
          </a:prstGeom>
          <a:solidFill>
            <a:srgbClr val="162050">
              <a:alpha val="8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PHP Avancés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B — Professionnalisation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 &amp; Closures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Natives array_*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&amp; Packagist.org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Project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&amp; Arrow Functions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array_*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array_map, array_filter, array_reduce...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PHP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des packages PHP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Fonctions Anonymes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c'est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anonyme est une fonction sans nom. Elle peut être assignée à une variable, passée en paramètre ou retournée par une autre fonction.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8412480" cy="2468880"/>
          </a:xfrm>
          <a:prstGeom prst="roundRect">
            <a:avLst>
              <a:gd name="adj" fmla="val 3704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classique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direBonjour($nom)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"Bonjour " . $nom;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$direBonjour = function($nom)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"Bonjour " . $nom;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$direBonjour("Aita"); // Bonjour Aita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— Capturer des variables externes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0FF"/>
          </a:solidFill>
          <a:ln w="12700">
            <a:solidFill>
              <a:srgbClr val="C0D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Closure est une fonction anonyme qui peut "capturer" des variables de son environnement extérieur grâce au mot-clé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8412480" cy="2926080"/>
          </a:xfrm>
          <a:prstGeom prst="roundRect">
            <a:avLst>
              <a:gd name="adj" fmla="val 3125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$taxe = 18; // Variable externe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$calculerPrix = function($prix) use ($taxe)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$prix + ($prix * $taxe / 100);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$calculerPrix(1000); // 1180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par référence (modification possible)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$compteur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$incrementer = function() use (&amp;$compteur)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$compteur++;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$incrementer(); $incrementer();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$compteur; // 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— fn() =&gt;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Introduites en PHP 7.4 — Syntaxe courte et élégante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anonyme classique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function($n)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 *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requis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 = function($n) use ($x)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$n + $x;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fn($n) =&gt; $n * 2;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auto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 = fn($n) =&gt; $n + $x;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Plus concis 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Utilisation dans notre projet E-Wallet (Partie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 = array_filter($wallets, fn($w) =&gt; $w['telephone'] === $telephone);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 = array_map(fn($t) =&gt; $t['montant'] * 1.1, $transactions);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Fonctions Natives array_*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utiliser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EF3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270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5270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plus court et plus lisible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Optimisées en interne par PHP (plus rapides que les boucles manuelles)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723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EF3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3639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1363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Réduisent les erreurs (pas besoin de gérer les indices manuellement)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7705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4106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9410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 l'industrie — tout développeur PHP les connaît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array_filter() — Filtrer un tableau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205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784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array_filter(array $tableau, callable $fonction): array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uniquement les éléments pour lesquels la fonction retourne true.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8412480" cy="27432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Sans array_filter (Partie A — boucle manuelle)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$resultat = [];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($i = 0; $i &lt; count($wallets); $i++)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($wallets[$i]['telephone'] === $telephone)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$resultat[] = $wallets[$i];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Avec array_filter (Partie B — 1 seule ligne 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$resultat = array_filter(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$wallets,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fn($w) =&gt; $w['telephone'] === $telephone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array_map() — Transformer un tableau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8F0FF"/>
          </a:solidFill>
          <a:ln w="12700">
            <a:solidFill>
              <a:srgbClr val="C0D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784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array_map(callable $fonction, array $tableau): array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une fonction sur chaque élément et retourne un nouveau tableau transformé.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8412480" cy="27432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Extraire uniquement les noms des clients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$noms = array_map(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fn($w) =&gt; $w['client'],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$wallets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Résultat: ['AITA', 'Fatou']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Appliquer une TVA de 10% sur tous les montants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$montantsAvecTVA = array_map(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fn($t) =&gt; $t['montant'] * 1.1,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fonctions natives essentielles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array_reduce()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un tableau à une seule valeur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array_reduce($transactions, fn($carry, $t) =&gt; $carry + $t['montant'], 0);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array_key_first()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la première clé d'un tableau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$index = array_key_first(array_filter($wallets, fn($w) =&gt; $w['code'] === $code));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array_values()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Ré-indexer les clés d'un tableau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$liste = array_values(array_filter($transactions, fn($t) =&gt; $t['type'] === 'depot'));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Composer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gestionnaire de dépendances officiel de PHP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C0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permet d'installer, mettre à jour et gérer automatiquement les bibliothèques (packages) dont votre projet PHP a besoin, sans avoir à les télécharger manuellement.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automatique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les packages et leurs dépendances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versions compatibles de chaque package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automatiquement les classes PHP sans require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composer.json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configuration du projet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— Comment l'utiliser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Installer un package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vendor/package-name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 fichier composer.json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9572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"aita/e-wallet",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"php": "&gt;=8.0",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"vlucas/phpdotenv": "^5.0"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Utiliser l'autoloader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793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'vendor/autoload.php'; // Une seule ligne suffit 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Packagist.org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 central des packages PHP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0FF"/>
          </a:solidFill>
          <a:ln w="12700">
            <a:solidFill>
              <a:srgbClr val="C0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075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 est le registre principal de Composer. C'est une plateforme en ligne où les développeurs publient leurs packages PHP pour que tout le monde puisse les utiliser via Composer.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402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380 000+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disponibles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1488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2402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Milliards+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Téléchargements/mois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populaires :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85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laravel/framework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le plus populaire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32511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361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symfony/console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581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applications en ligne de commande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785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vlucas/phpdotenv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des variables d'environnement (.env)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32511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4361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guzzlehttp/guzzle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4581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 pour faire des requêtes API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16205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 &amp; Closures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167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sans nom, assignables à des variables, capturant l'environnement via 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1A266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9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819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fn() =&gt;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12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courte (PHP 7.4+), capture automatique des variables externes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16205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615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array_filter / array_map / array_reduce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077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les tableaux sans boucles manuelles — plus lisible et performant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1A266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10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410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03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PHP — installe et gère les packages automatiquement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8412480" cy="704088"/>
          </a:xfrm>
          <a:prstGeom prst="roundRect">
            <a:avLst>
              <a:gd name="adj" fmla="val 10390"/>
            </a:avLst>
          </a:prstGeom>
          <a:solidFill>
            <a:srgbClr val="162050"/>
          </a:solidFill>
          <a:ln w="12700">
            <a:solidFill>
              <a:srgbClr val="2A3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06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4988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central des packages PHP — 380 000+ packages disponibles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Concepts PHP Avancés - Partie B</dc:title>
  <dc:subject>PptxGenJS Presentation</dc:subject>
  <dc:creator>PptxGenJS</dc:creator>
  <cp:lastModifiedBy>PptxGenJS</cp:lastModifiedBy>
  <cp:revision>1</cp:revision>
  <dcterms:created xsi:type="dcterms:W3CDTF">2026-06-26T23:52:52Z</dcterms:created>
  <dcterms:modified xsi:type="dcterms:W3CDTF">2026-06-26T23:52:52Z</dcterms:modified>
</cp:coreProperties>
</file>